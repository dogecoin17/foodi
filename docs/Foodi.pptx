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000" b="1">
                <a:solidFill>
                  <a:srgbClr val="FFFFFF"/>
                </a:solidFill>
              </a:rPr>
              <a:t>Foodi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</a:rPr>
              <a:t>Automated modular pet feeding with local AI diet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6B7280"/>
                </a:solidFill>
              </a:rPr>
              <a:t>Robotics competition - built on Arduino UNO Q + ESP32-S3 - team: [names]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Why pets need Foodi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Inconsistent portions and irregular feeding times lead to obesity and digestive issues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Owners are away at work or on trips - feeding still has to happen, on time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Early appetite changes are the first symptom of many illnesses, and the easiest to miss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Existing smart feeders dispense food; none of them watch what the pet actually 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Our answer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Automated, scheduled, portion-accurate feeding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Camera + load cell observe every meal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Local AI learns the eating pattern and flags changes early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8743B"/>
                </a:solidFill>
              </a:rPr>
              <a:t>•  Fully offline: no cloud, no subscription, no privacy leak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Two modules, one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CCM - Central Computing Module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Arduino UNO Q (Linux): FastAPI backend, SQLite, scheduler, AI inference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Wi-Fi + Bluetooth radios, battery management, wall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Feeder module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ESP32-S3: auger motor, HX711 load cell, camera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Own battery + BMS, runs its schedule autonomously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Data flow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Feeder -&gt; CCM (BLE): weight, food level, meal events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CCM -&gt; Feeder (BLE): dispense, schedule sync, time sync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Feeder -&gt; CCM (Wi-Fi): camera stream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CCM -&gt; owner (Wi-Fi, web app): dashboard, live view, insights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Setup: owner joins the CCM to the home Wi-Fi once via Arduino App Lab,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pairs the feeder over Bluetooth, and the feeder joins Wi-Fi for video.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Feeder firmware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ESP32-S3, implements the Foodi BLE protocol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Closed-loop dispensing: auger runs fast, then slows near the target; load cell decides when to stop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Jam / empty-hopper guard: 20 s timeout, motor off on any fault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Idempotent commands: a retried command id can never dispense twice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Schedule stored in flash: the feeder feeds on time even with Bluetooth down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Missed meals are reported to the CCM on reconnect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Status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Full firmware builds clean in PlatformIO: 23% flash, 10% RAM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Protocol shared byte-for-byte with the CCM (unit-tested both sides)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Hard 200 g portion limit enforced on the feeder itself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Next: flash hardware and run the 24 h soak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Local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From video + weight to a healthy diet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YOLOX-nano detector finds the pet at the bowl (cat/dog, COCO pretrained)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Eating = pet in the bowl region for &gt;= 5 s AND bowl weight decreasing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Consumed grams per meal, not just dispensed grams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Rolling-baseline anomaly detection (z-score) on daily intake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Insights are observations, never diagnoses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Measured on real footage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1,375 frames analyzed, pet found in 99%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11 ms average inference (max 28 ms) - real-time even on the UNO Q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8743B"/>
                </a:solidFill>
              </a:rPr>
              <a:t>•  Demo insight: intake 45% below the 14-day average for 2 days -&gt; alert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Dashboard on the owner's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4206240"/>
          </a:xfrm>
          <a:prstGeom prst="rect">
            <a:avLst/>
          </a:prstGeom>
          <a:solidFill>
            <a:srgbClr val="EFEFEF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6B7280"/>
                </a:solidFill>
              </a:rPr>
              <a:t>[ screenshot: dashboard ]</a:t>
            </a:r>
          </a:p>
          <a:p>
            <a:r>
              <a:rPr sz="1400">
                <a:solidFill>
                  <a:srgbClr val="6B7280"/>
                </a:solidFill>
              </a:rPr>
              <a:t>drop dashboard.png into docs/screenshots/ and re-run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645920"/>
            <a:ext cx="3474720" cy="4206240"/>
          </a:xfrm>
          <a:prstGeom prst="rect">
            <a:avLst/>
          </a:prstGeom>
          <a:solidFill>
            <a:srgbClr val="EFEFEF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6B7280"/>
                </a:solidFill>
              </a:rPr>
              <a:t>[ screenshot: live view with AI overlay ]</a:t>
            </a:r>
          </a:p>
          <a:p>
            <a:r>
              <a:rPr sz="1400">
                <a:solidFill>
                  <a:srgbClr val="6B7280"/>
                </a:solidFill>
              </a:rPr>
              <a:t>drop video.png into docs/screenshots/ and re-run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645920"/>
            <a:ext cx="3474720" cy="4206240"/>
          </a:xfrm>
          <a:prstGeom prst="rect">
            <a:avLst/>
          </a:prstGeom>
          <a:solidFill>
            <a:srgbClr val="EFEFEF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6B7280"/>
                </a:solidFill>
              </a:rPr>
              <a:t>[ screenshot: daily consumption chart ]</a:t>
            </a:r>
          </a:p>
          <a:p>
            <a:r>
              <a:rPr sz="1400">
                <a:solidFill>
                  <a:srgbClr val="6B7280"/>
                </a:solidFill>
              </a:rPr>
              <a:t>drop chart.png into docs/screenshots/ and re-run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6B7280"/>
                </a:solidFill>
              </a:rPr>
              <a:t>Feed now - schedule - live telemetry over WebSocket - anomaly insight - pre-recorded AI video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Safety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A feeding robot must never harm the pet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Portion clamped twice: CCM limit AND an independent 200 g hard limit in firmware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Daily maximum enforced by the backend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Motor is off at boot and after any fault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Jam / empty hopper -&gt; safe stop + alert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Idempotent command ids: no double feeding, 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Feeder is autonomous: feeds on schedule without Bluetooth or Wi-Fi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Reconnect with backoff; time + schedule re-sync on every reconnect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Low-food alert before the hopper runs dry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1F24"/>
                </a:solidFill>
              </a:rPr>
              <a:t>•  17 automated tests cover protocol, clamps, analytics, and the API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C1F24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6B7280"/>
                </a:solidFill>
              </a:rPr>
              <a:t>What the next weeks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Flash the firmware on the real ESP32-S3 + HX711 and pass the 24 h soak test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Live MJPEG camera stream from the feeder to the dashboard (endpoint ready, clip fallback today)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Per-pet recognition for multi-pet homes (50-100 photos per pet)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Portion recommendations tuned with a vet, bounded by owner-set limits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Remote access over HTTPS (Cloudflare Tunnel / Tailscale) with a login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C1F24"/>
                </a:solidFill>
              </a:rPr>
              <a:t>•  48 h unattended run as the final reliability gate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E87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71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</a:rPr>
              <a:t>Foodi - the feeder that watches what your pet actually 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</a:rPr>
              <a:t>Thank you -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